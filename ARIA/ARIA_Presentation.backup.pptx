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04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We've all been there. You have a great idea for a new product, but by the time you've gathered the requirements, designed the architecture, and planned the sprints, months have passed. ARIA was built to solve this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used to take 15 meetings now happens automatically. Each AI agent builds on the work of the previous one, ensuring total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9875520" y="-914400"/>
            <a:ext cx="4572000" cy="45720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10241280" y="-5486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87" y="1019327"/>
            <a:ext cx="567385" cy="567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Virtual Project Team</a:t>
            </a:r>
          </a:p>
          <a:p>
            <a:pPr marL="0" indent="0">
              <a:buNone/>
            </a:pPr>
            <a:endParaRPr lang="en-US" sz="22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SE" sz="2000" dirty="0">
                <a:solidFill>
                  <a:schemeClr val="bg2"/>
                </a:solidFill>
              </a:rPr>
              <a:t>Automated Requirements and Implementation Agent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ideas from concept to execution plan in minutes, not months.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F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INCEPTION  •  AI AGENTS  •  RAPID PLANNING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project planning is slow and costly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217718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analysts, architects, and developers often work in isolation, leading to misaligned goals.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46" y="217718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84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508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a rough business idea to a fully planned project takes weeks of meetings and documentation.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" y="4463186"/>
            <a:ext cx="400507" cy="4005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0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Context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details fall through the cracks as information is handed off between teams.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5"/>
          <p:cNvSpPr/>
          <p:nvPr/>
        </p:nvSpPr>
        <p:spPr>
          <a:xfrm>
            <a:off x="635508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146" y="4463186"/>
            <a:ext cx="400507" cy="4005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70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508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resources are tied up in the planning phase before any real value is delivered.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ARIA?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1616202"/>
            <a:ext cx="333756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9961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is an Agentic Framework —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coordinated team of specialized AI “agents” working together.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3033522"/>
            <a:ext cx="333756" cy="333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91693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input, complete output —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 plain-English “user brief” and automatically generates a comprehensive, ready-to-execute project plan.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4450842"/>
            <a:ext cx="333756" cy="333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33425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instant virtual IT department —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Architect, PM, and QA collaborate in real time, just like a human team would.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949440" y="1554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51B49"/>
          </a:solidFill>
          <a:ln w="12700">
            <a:solidFill>
              <a:srgbClr val="4F8F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8"/>
          <p:cNvSpPr/>
          <p:nvPr/>
        </p:nvSpPr>
        <p:spPr>
          <a:xfrm>
            <a:off x="69494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(plain English)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635240" y="283464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962" y="2896362"/>
            <a:ext cx="333756" cy="3337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12280" y="3520440"/>
            <a:ext cx="2103120" cy="210312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460" y="4271620"/>
            <a:ext cx="600761" cy="6007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280" y="5120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418320" y="1554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51B49"/>
          </a:solidFill>
          <a:ln w="12700">
            <a:solidFill>
              <a:srgbClr val="4F8F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3"/>
          <p:cNvSpPr/>
          <p:nvPr/>
        </p:nvSpPr>
        <p:spPr>
          <a:xfrm>
            <a:off x="941832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Blueprint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732520" y="4297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242" y="4359402"/>
            <a:ext cx="333756" cy="333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Your Virtual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software delivery team at your fingertips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1179576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31" y="2521915"/>
            <a:ext cx="534010" cy="534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your idea and routes it to the right experts.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7208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3447288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" y="2521915"/>
            <a:ext cx="534010" cy="5340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71800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user stories and defines business requirements.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74920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1"/>
          <p:cNvSpPr/>
          <p:nvPr/>
        </p:nvSpPr>
        <p:spPr>
          <a:xfrm>
            <a:off x="571500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755" y="2521915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4648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39512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right technology stack and designs the database.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42632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5"/>
          <p:cNvSpPr/>
          <p:nvPr/>
        </p:nvSpPr>
        <p:spPr>
          <a:xfrm>
            <a:off x="7982712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467" y="2521915"/>
            <a:ext cx="534010" cy="5340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QA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07224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work into executable tasks (epics) and writes test cases.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0344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hape 19"/>
          <p:cNvSpPr/>
          <p:nvPr/>
        </p:nvSpPr>
        <p:spPr>
          <a:xfrm>
            <a:off x="10250424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9179" y="2521915"/>
            <a:ext cx="534010" cy="5340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0072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&amp; DevOps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74936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timelines, resource plans, budgets, and deployment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Blueprint in 3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06324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51" y="218953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brief explanation of what you want to build.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69080" y="3429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802" y="3490722"/>
            <a:ext cx="333756" cy="3337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18288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2" name="Text 8"/>
          <p:cNvSpPr/>
          <p:nvPr/>
        </p:nvSpPr>
        <p:spPr>
          <a:xfrm>
            <a:off x="46634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6812280" y="2103120"/>
            <a:ext cx="640080" cy="64008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691" y="2189531"/>
            <a:ext cx="467258" cy="4672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Collaboration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63440" y="34747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ARIA's agents process the request sequentially — BA defines what to build, Architect decides how, PM calculates timeline and cost.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818120" y="3429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842" y="3490722"/>
            <a:ext cx="333756" cy="3337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138160" y="18288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Text 14"/>
          <p:cNvSpPr/>
          <p:nvPr/>
        </p:nvSpPr>
        <p:spPr>
          <a:xfrm>
            <a:off x="84124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Shape 15"/>
          <p:cNvSpPr/>
          <p:nvPr/>
        </p:nvSpPr>
        <p:spPr>
          <a:xfrm>
            <a:off x="1056132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731" y="2189531"/>
            <a:ext cx="467258" cy="4672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1248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412480" y="34747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combines into a continuously growing Project Context document, ensuring no details are lost.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(HITL)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always in control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doesn't replace human decision-making — it supercharges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39" y="3097759"/>
            <a:ext cx="433883" cy="4338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807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pauses for human approval at key milestones.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29768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Shape 8"/>
          <p:cNvSpPr/>
          <p:nvPr/>
        </p:nvSpPr>
        <p:spPr>
          <a:xfrm>
            <a:off x="914400" y="470916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39" y="4789399"/>
            <a:ext cx="433883" cy="4338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44988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Correction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approve, or ask the AI to regenerate its work before it moves to the next step.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1737360"/>
            <a:ext cx="3108960" cy="4206240"/>
          </a:xfrm>
          <a:prstGeom prst="roundRect">
            <a:avLst>
              <a:gd name="adj" fmla="val 3529"/>
            </a:avLst>
          </a:prstGeom>
          <a:solidFill>
            <a:srgbClr val="151B49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Text 12"/>
          <p:cNvSpPr/>
          <p:nvPr/>
        </p:nvSpPr>
        <p:spPr>
          <a:xfrm>
            <a:off x="82296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4F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0324" y="2775204"/>
            <a:ext cx="667512" cy="6675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work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778240" y="4480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6"/>
          <p:cNvSpPr/>
          <p:nvPr/>
        </p:nvSpPr>
        <p:spPr>
          <a:xfrm>
            <a:off x="8778240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Can Use ARIA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217718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&amp; Startups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from a founder's vision to a pitch-ready technical and business plan in hours.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46" y="217718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5508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plan and budget internal apps (HR portals, inventory systems) without distracting core engineering.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" y="4463186"/>
            <a:ext cx="400507" cy="4005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accurate timelines, resource plans, and architectures to win client bids faster.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5"/>
          <p:cNvSpPr/>
          <p:nvPr/>
        </p:nvSpPr>
        <p:spPr>
          <a:xfrm>
            <a:off x="635508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146" y="4463186"/>
            <a:ext cx="400507" cy="4005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5508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plan legacy system migrations by having AI map complexities and risks upfront.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ARIA Matters to the Bottom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8348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1504188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427" y="1909039"/>
            <a:ext cx="433883" cy="4338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5508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speed to market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1228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project inception time by up to 80%.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1276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4357116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55" y="1909039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8436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Cost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88436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34156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expensive human hours spent on scoping and requirements.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04204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Shape 12"/>
          <p:cNvSpPr/>
          <p:nvPr/>
        </p:nvSpPr>
        <p:spPr>
          <a:xfrm>
            <a:off x="7210044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283" y="1909039"/>
            <a:ext cx="433883" cy="4338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1364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341364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87084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insight into budgets, timelines, and risks before committing capital.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57132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Shape 17"/>
          <p:cNvSpPr/>
          <p:nvPr/>
        </p:nvSpPr>
        <p:spPr>
          <a:xfrm>
            <a:off x="10062972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3211" y="1909039"/>
            <a:ext cx="433883" cy="4338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94292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9194292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consistency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24001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documentation means fewer surprises during development.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98348" y="4800600"/>
            <a:ext cx="1116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Time, Traditional vs. ARIA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657600"/>
            <a:ext cx="5486400" cy="5486400"/>
          </a:xfrm>
          <a:prstGeom prst="ellipse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Test Drive ARIA?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" y="1994306"/>
            <a:ext cx="400507" cy="400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next project idea — a paragraph is all you need.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2908706"/>
            <a:ext cx="400507" cy="400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620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run it through ARIA live.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" y="3823106"/>
            <a:ext cx="400507" cy="4005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7764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generated Business Requirements, Architecture, and Timeline.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5029200"/>
            <a:ext cx="5486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9"/>
          <p:cNvSpPr/>
          <p:nvPr/>
        </p:nvSpPr>
        <p:spPr>
          <a:xfrm>
            <a:off x="640080" y="5029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turn your next idea into an execution plan today.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685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- AI-Powered Project Inception &amp; Planning</dc:title>
  <dc:subject>PptxGenJS Presentation</dc:subject>
  <dc:creator>ARIA</dc:creator>
  <cp:lastModifiedBy>Ashita Kolla</cp:lastModifiedBy>
  <cp:revision>2</cp:revision>
  <dcterms:created xsi:type="dcterms:W3CDTF">2026-06-30T10:54:29Z</dcterms:created>
  <dcterms:modified xsi:type="dcterms:W3CDTF">2026-06-30T13:48:50Z</dcterms:modified>
</cp:coreProperties>
</file>