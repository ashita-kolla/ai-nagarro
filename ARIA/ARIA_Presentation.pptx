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ta Kolla" userId="14554ab1-cb55-403e-8ff1-92bb03d9a890" providerId="ADAL" clId="{4D80B853-C30D-4F3C-B902-7AFBE4272608}"/>
    <pc:docChg chg="custSel delSld modSld">
      <pc:chgData name="Ashita Kolla" userId="14554ab1-cb55-403e-8ff1-92bb03d9a890" providerId="ADAL" clId="{4D80B853-C30D-4F3C-B902-7AFBE4272608}" dt="2026-09-03T09:42:50.081" v="69" actId="1076"/>
      <pc:docMkLst>
        <pc:docMk/>
      </pc:docMkLst>
      <pc:sldChg chg="modSp mod">
        <pc:chgData name="Ashita Kolla" userId="14554ab1-cb55-403e-8ff1-92bb03d9a890" providerId="ADAL" clId="{4D80B853-C30D-4F3C-B902-7AFBE4272608}" dt="2026-09-01T14:18:52.187" v="5" actId="20577"/>
        <pc:sldMkLst>
          <pc:docMk/>
          <pc:sldMk cId="0" sldId="257"/>
        </pc:sldMkLst>
        <pc:spChg chg="mod">
          <ac:chgData name="Ashita Kolla" userId="14554ab1-cb55-403e-8ff1-92bb03d9a890" providerId="ADAL" clId="{4D80B853-C30D-4F3C-B902-7AFBE4272608}" dt="2026-09-01T14:18:52.187" v="5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Ashita Kolla" userId="14554ab1-cb55-403e-8ff1-92bb03d9a890" providerId="ADAL" clId="{4D80B853-C30D-4F3C-B902-7AFBE4272608}" dt="2026-09-03T09:42:50.081" v="69" actId="1076"/>
        <pc:sldMkLst>
          <pc:docMk/>
          <pc:sldMk cId="0" sldId="258"/>
        </pc:sldMkLst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shita Kolla" userId="14554ab1-cb55-403e-8ff1-92bb03d9a890" providerId="ADAL" clId="{4D80B853-C30D-4F3C-B902-7AFBE4272608}" dt="2026-09-03T09:42:50.081" v="69" actId="1076"/>
          <ac:spMkLst>
            <pc:docMk/>
            <pc:sldMk cId="0" sldId="258"/>
            <ac:spMk id="21" creationId="{00000000-0000-0000-0000-000000000000}"/>
          </ac:spMkLst>
        </pc:spChg>
        <pc:picChg chg="mod">
          <ac:chgData name="Ashita Kolla" userId="14554ab1-cb55-403e-8ff1-92bb03d9a890" providerId="ADAL" clId="{4D80B853-C30D-4F3C-B902-7AFBE4272608}" dt="2026-09-03T09:42:50.081" v="69" actId="1076"/>
          <ac:picMkLst>
            <pc:docMk/>
            <pc:sldMk cId="0" sldId="258"/>
            <ac:picMk id="15" creationId="{00000000-0000-0000-0000-000000000000}"/>
          </ac:picMkLst>
        </pc:picChg>
        <pc:picChg chg="mod">
          <ac:chgData name="Ashita Kolla" userId="14554ab1-cb55-403e-8ff1-92bb03d9a890" providerId="ADAL" clId="{4D80B853-C30D-4F3C-B902-7AFBE4272608}" dt="2026-09-02T09:46:57.130" v="65" actId="1076"/>
          <ac:picMkLst>
            <pc:docMk/>
            <pc:sldMk cId="0" sldId="258"/>
            <ac:picMk id="17" creationId="{00000000-0000-0000-0000-000000000000}"/>
          </ac:picMkLst>
        </pc:picChg>
        <pc:picChg chg="mod">
          <ac:chgData name="Ashita Kolla" userId="14554ab1-cb55-403e-8ff1-92bb03d9a890" providerId="ADAL" clId="{4D80B853-C30D-4F3C-B902-7AFBE4272608}" dt="2026-09-03T09:42:50.081" v="69" actId="1076"/>
          <ac:picMkLst>
            <pc:docMk/>
            <pc:sldMk cId="0" sldId="258"/>
            <ac:picMk id="22" creationId="{00000000-0000-0000-0000-000000000000}"/>
          </ac:picMkLst>
        </pc:picChg>
      </pc:sldChg>
      <pc:sldChg chg="del">
        <pc:chgData name="Ashita Kolla" userId="14554ab1-cb55-403e-8ff1-92bb03d9a890" providerId="ADAL" clId="{4D80B853-C30D-4F3C-B902-7AFBE4272608}" dt="2026-09-02T09:56:48.127" v="68" actId="2696"/>
        <pc:sldMkLst>
          <pc:docMk/>
          <pc:sldMk cId="0" sldId="260"/>
        </pc:sldMkLst>
      </pc:sldChg>
      <pc:sldChg chg="modSp mod">
        <pc:chgData name="Ashita Kolla" userId="14554ab1-cb55-403e-8ff1-92bb03d9a890" providerId="ADAL" clId="{4D80B853-C30D-4F3C-B902-7AFBE4272608}" dt="2026-09-01T14:36:31.827" v="60" actId="20577"/>
        <pc:sldMkLst>
          <pc:docMk/>
          <pc:sldMk cId="0" sldId="264"/>
        </pc:sldMkLst>
        <pc:spChg chg="mod">
          <ac:chgData name="Ashita Kolla" userId="14554ab1-cb55-403e-8ff1-92bb03d9a890" providerId="ADAL" clId="{4D80B853-C30D-4F3C-B902-7AFBE4272608}" dt="2026-09-01T14:36:31.827" v="60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Ashita Kolla" userId="14554ab1-cb55-403e-8ff1-92bb03d9a890" providerId="ADAL" clId="{4D80B853-C30D-4F3C-B902-7AFBE4272608}" dt="2026-09-01T14:35:39.319" v="58" actId="313"/>
        <pc:sldMkLst>
          <pc:docMk/>
          <pc:sldMk cId="0" sldId="265"/>
        </pc:sldMkLst>
        <pc:spChg chg="mod">
          <ac:chgData name="Ashita Kolla" userId="14554ab1-cb55-403e-8ff1-92bb03d9a890" providerId="ADAL" clId="{4D80B853-C30D-4F3C-B902-7AFBE4272608}" dt="2026-09-01T14:35:39.319" v="58" actId="313"/>
          <ac:spMkLst>
            <pc:docMk/>
            <pc:sldMk cId="0" sldId="265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04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We've all been there. You have a great idea for a new product, but by the time you've gathered the requirements, designed the architecture, and planned the sprints, months have passed. ARIA was built to solve this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9875520" y="-914400"/>
            <a:ext cx="4572000" cy="45720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10241280" y="-5486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87" y="1019327"/>
            <a:ext cx="567385" cy="567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Virtual Project Team</a:t>
            </a:r>
          </a:p>
          <a:p>
            <a:pPr marL="0" indent="0">
              <a:buNone/>
            </a:pPr>
            <a:endParaRPr lang="en-US" sz="22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SE" sz="2000" dirty="0">
                <a:solidFill>
                  <a:schemeClr val="bg2"/>
                </a:solidFill>
              </a:rPr>
              <a:t>Automated Requirements and Implementation Agent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ideas from concept to execution plan in minutes, not months.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4F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INCEPTION  •  AI AGENTS  •  RAPID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project planning is slow and costly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21771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analysts, architects, and developers often work in isolation, leading to misaligned goals.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7700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675132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386" y="21771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2840" y="2084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513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a rough business idea to a fully planned project takes weeks of meetings and documentation.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" y="4463186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Context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details fall through the cracks as information is handed off between teams.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7700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675132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386" y="4463186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284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75132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resources are tied up in the planning phase before any real value is delivered.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ARIA?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1616202"/>
            <a:ext cx="333756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9961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 an Agentic Framework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coordinated team of specialized AI “agents” working together.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3033522"/>
            <a:ext cx="333756" cy="333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91693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input, complete output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 plain-English “user brief” and automatically generates a comprehensive, ready-to-execute project plan.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" y="4450842"/>
            <a:ext cx="333756" cy="333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33425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instant virtual IT department —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Architect, PM, and QA collaborate in real time, just like a human team would.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7969460" y="94665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51B49"/>
          </a:solidFill>
          <a:ln w="127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8"/>
          <p:cNvSpPr/>
          <p:nvPr/>
        </p:nvSpPr>
        <p:spPr>
          <a:xfrm>
            <a:off x="7969460" y="975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English)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043880" y="2068068"/>
            <a:ext cx="457200" cy="457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05602" y="2138934"/>
            <a:ext cx="333756" cy="3337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472380" y="2728722"/>
            <a:ext cx="1600200" cy="16002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880" y="3300222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72380" y="39461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969460" y="5259324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51B49"/>
          </a:solidFill>
          <a:ln w="127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3"/>
          <p:cNvSpPr/>
          <p:nvPr/>
        </p:nvSpPr>
        <p:spPr>
          <a:xfrm>
            <a:off x="7969460" y="525932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Blueprint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9047900" y="45973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09622" y="4659114"/>
            <a:ext cx="333756" cy="333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Virtual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software delivery team at your fingertips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117957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31" y="2521915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your idea and routes it to the right experts.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3447288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2521915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71800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user stories and defines business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74920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57150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755" y="2521915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39512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right technology stack and designs the database.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42632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7982712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467" y="2521915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07224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work into executable tasks (epics) and writes test cases.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0344" y="210312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hape 19"/>
          <p:cNvSpPr/>
          <p:nvPr/>
        </p:nvSpPr>
        <p:spPr>
          <a:xfrm>
            <a:off x="1025042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179" y="2521915"/>
            <a:ext cx="534010" cy="5340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&amp; DevOps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74936" y="3886200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timelines, resource plans, budgets, and deployment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(HITL)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always in control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doesn't replace human decision-making — it supercharges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39" y="3097759"/>
            <a:ext cx="433883" cy="4338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807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pauses for human approval at key milestones.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29768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Shape 8"/>
          <p:cNvSpPr/>
          <p:nvPr/>
        </p:nvSpPr>
        <p:spPr>
          <a:xfrm>
            <a:off x="914400" y="470916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9"/>
          <p:cNvSpPr/>
          <p:nvPr/>
        </p:nvSpPr>
        <p:spPr>
          <a:xfrm>
            <a:off x="1691640" y="4498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Correction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approve, or ask the AI to regenerate its work before it moves to the next step.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151B49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Text 12"/>
          <p:cNvSpPr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4F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775204"/>
            <a:ext cx="667512" cy="6675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778240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6"/>
          <p:cNvSpPr/>
          <p:nvPr/>
        </p:nvSpPr>
        <p:spPr>
          <a:xfrm>
            <a:off x="8778240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→</a:t>
            </a:r>
            <a:endParaRPr lang="en-US" sz="1300" dirty="0"/>
          </a:p>
        </p:txBody>
      </p:sp>
      <p:pic>
        <p:nvPicPr>
          <p:cNvPr id="22" name="Picture 21" descr="image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39" y="4789399"/>
            <a:ext cx="433883" cy="433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Can Use ARIA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21771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&amp; Startups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a founder's vision to a pitch-ready technical and business plan in hours.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7700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675132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386" y="21771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284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7513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plan and budget internal apps (HR portals, inventory systems) without distracting core engineering.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" y="4463186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accurate timelines, resource plans, and architectures to win client bids faster.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7700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5"/>
          <p:cNvSpPr/>
          <p:nvPr/>
        </p:nvSpPr>
        <p:spPr>
          <a:xfrm>
            <a:off x="675132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386" y="4463186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2840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751320" y="4983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plan legacy system migrations by having AI map complexities and risks upfront.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ARIA Matters to the Bottom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8348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1504188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427" y="1909039"/>
            <a:ext cx="433883" cy="433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5508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speed to market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1228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project inception time by up to 80%.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1276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4357116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55" y="190903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8436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Cost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88436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34156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expensive human hours spent on scoping and requirements.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04204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2"/>
          <p:cNvSpPr/>
          <p:nvPr/>
        </p:nvSpPr>
        <p:spPr>
          <a:xfrm>
            <a:off x="7210044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283" y="1909039"/>
            <a:ext cx="433883" cy="4338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1364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341364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87084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insight into budgets, timelines, and risks before committing capital.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57132" y="155448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1B4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Shape 17"/>
          <p:cNvSpPr/>
          <p:nvPr/>
        </p:nvSpPr>
        <p:spPr>
          <a:xfrm>
            <a:off x="10062972" y="1828800"/>
            <a:ext cx="594360" cy="59436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3211" y="1909039"/>
            <a:ext cx="433883" cy="4338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94292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194292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consistency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24001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documentation means fewer surprises during development.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98348" y="4980000"/>
            <a:ext cx="1116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Time: Traditional vs. ARIA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98348" y="5380000"/>
            <a:ext cx="18516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Traditional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50000" y="5420000"/>
            <a:ext cx="7700000" cy="280000"/>
          </a:xfrm>
          <a:prstGeom prst="roundRect">
            <a:avLst>
              <a:gd name="adj" fmla="val 50000"/>
            </a:avLst>
          </a:prstGeom>
          <a:solidFill>
            <a:srgbClr val="15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450000" y="5420000"/>
            <a:ext cx="6930000" cy="28000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0000" y="5380000"/>
            <a:ext cx="9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Calibri"/>
              </a:rPr>
              <a:t>6–8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" y="5860000"/>
            <a:ext cx="18516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0000" y="5900000"/>
            <a:ext cx="7700000" cy="280000"/>
          </a:xfrm>
          <a:prstGeom prst="roundRect">
            <a:avLst>
              <a:gd name="adj" fmla="val 50000"/>
            </a:avLst>
          </a:prstGeom>
          <a:solidFill>
            <a:srgbClr val="15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450000" y="5900000"/>
            <a:ext cx="616000" cy="280000"/>
          </a:xfrm>
          <a:prstGeom prst="roundRect">
            <a:avLst>
              <a:gd name="adj" fmla="val 50000"/>
            </a:avLst>
          </a:prstGeom>
          <a:solidFill>
            <a:srgbClr val="4F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00000" y="5860000"/>
            <a:ext cx="9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Calibri"/>
              </a:rPr>
              <a:t>&lt; 1 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Proving AI’s Impact — With Evidence, Not Guesswork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20116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8952" y="16184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709928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62456" y="1673352"/>
            <a:ext cx="4398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492861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B6B8C"/>
                </a:solidFill>
                <a:latin typeface="Calibri"/>
              </a:rPr>
              <a:t>Leadership doesn’t trust self-reported AI gains — and estimates dressed up as measurements make it worse.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20116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6184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09928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1736" y="1673352"/>
            <a:ext cx="4398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94560"/>
            <a:ext cx="492861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B6B8C"/>
                </a:solidFill>
                <a:latin typeface="Calibri"/>
              </a:rPr>
              <a:t>Turns a plain-English use case into an evidence-graded scorecard — proposed by AI, approved by a human.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How It 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0664" y="437083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62272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664" y="49834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1. Describe the Use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394960"/>
            <a:ext cx="309067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B8C"/>
                </a:solidFill>
                <a:latin typeface="Calibri"/>
              </a:rPr>
              <a:t>Plain language. Nothing structured yet.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4820" y="41148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12564" y="437083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462272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2564" y="49834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2. AI Suggests, Human Approves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2564" y="5394960"/>
            <a:ext cx="309067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B8C"/>
                </a:solidFill>
                <a:latin typeface="Calibri"/>
              </a:rPr>
              <a:t>Across 5 fixed dimensions.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84464" y="437083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462272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4464" y="49834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3. Deterministic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5394960"/>
            <a:ext cx="309067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B8C"/>
                </a:solidFill>
                <a:latin typeface="Calibri"/>
              </a:rPr>
              <a:t>Pure math, graded illustrative → 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0"/>
            <a:ext cx="5486400" cy="5486400"/>
          </a:xfrm>
          <a:prstGeom prst="ellipse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Test Drive ARIA?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" y="1994306"/>
            <a:ext cx="400507" cy="400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next project idea , a paragraph is all you need.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2908706"/>
            <a:ext cx="400507" cy="400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620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run it through ARIA live.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" y="3823106"/>
            <a:ext cx="400507" cy="4005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7764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generated Business Requirements, Architecture, and Timeline.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5029200"/>
            <a:ext cx="5486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B0F2E">
                <a:alpha val="12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9"/>
          <p:cNvSpPr/>
          <p:nvPr/>
        </p:nvSpPr>
        <p:spPr>
          <a:xfrm>
            <a:off x="640080" y="5029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your next idea into an execution plan today.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685</Words>
  <Application>Microsoft Office PowerPoint</Application>
  <PresentationFormat>Widescreen</PresentationFormat>
  <Paragraphs>102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- AI-Powered Project Inception &amp; Planning</dc:title>
  <dc:subject>PptxGenJS Presentation</dc:subject>
  <dc:creator>ARIA</dc:creator>
  <cp:lastModifiedBy>Ashita Kolla</cp:lastModifiedBy>
  <cp:revision>2</cp:revision>
  <dcterms:created xsi:type="dcterms:W3CDTF">2026-06-30T10:54:29Z</dcterms:created>
  <dcterms:modified xsi:type="dcterms:W3CDTF">2026-09-03T09:43:00Z</dcterms:modified>
</cp:coreProperties>
</file>